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-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-ori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-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-final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-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-backend-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-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-tools-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-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